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</c:v>
                </c:pt>
              </c:strCache>
            </c:strRef>
          </c:tx>
          <c:spPr>
            <a:solidFill>
              <a:srgbClr val="0E9C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2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Backend pipeline</c:v>
                  </c:pt>
                  <c:pt idx="1">
                    <c:v>API &amp; persistence</c:v>
                  </c:pt>
                  <c:pt idx="2">
                    <c:v>Security &amp; delivery</c:v>
                  </c:pt>
                  <c:pt idx="3">
                    <c:v>UI pages</c:v>
                  </c:pt>
                  <c:pt idx="4">
                    <c:v>Full E2E integration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95</c:v>
                </c:pt>
                <c:pt idx="3">
                  <c:v>55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2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1" i="0" u="none" strike="noStrike">
                <a:solidFill>
                  <a:srgbClr val="17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D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I'm presenting ContractSentinel at Review 1. My focus is the backend, which is complete; some UI pages have been designed. The full end-to-end product is still in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contract review is manual, slow and risky, and cloud AI tools leak confidential data. This motivates a local-first automated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objectives: automate clause risk analysis, ground it in evidence, suggest rewrites, stay local/private, behave like a real SaaS, and be rigorously engineered.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flow: upload, analyze through a 7-node pipeline, redline high-risk clauses, deliver a report. Every clause ends up scored High, Medium or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is fixed by a project constitution: 7 sequential nodes and exactly 2 conditional edges. Ingest, split, retrieve, validate, score, redline, report. Two models kept separate — Qwen3 for generation, BGE-M3 for embeddings — both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grouped by layer. Everything self-hostable — no paid APIs beyond local Ollama. Frontend is Next.js + TypeScript + Tailwind + Recharts.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milestone slide. The backend is done — all 7 nodes, API, persistence, security, delivery — with 930+ tests. Built spec-first with a review gate on every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Node-by-node detail. Note the two intelligent parts: CRAG falls back to live web search when its local knowledge is weak, and Self-RAG discards weak flags but a recall floor protects genuinely risky clause types from being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backend is more than the AI pipeline: a FastAPI API with live SSE progress, durable SQLite persistence that survives crashes, multi-tenant isolation, real security (auth, encryption at rest, prompt-injection defense, rate limiting), and MCP-based delivery to Drive and Gmail.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UI pages have been designed in Next.js: landing, auth, upload, processing, report, dashboard, contracts, settings, integrations. These are designed/prototyped; connecting the complete flow to the live backend is the next step. This is my teammate Bansi's area, done alongside my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status. Backend, API, persistence, security and delivery are complete. Frontend pages are in progress. Remaining: full end-to-end integration, TLS/deployment, and larger-corpus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real challenges: fitting an LLM on a 6GB GPU, controlling LLM accuracy with an eval harness and recall floor, keeping data private via local + encrypted, and staying disciplined with a spec-driven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I'm at the point where the backend is complete. Next is finishing the UI and wiring it to the backend, then full end-to-end integration and deployment, then scaling the knowledge base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a complete, tested, local AI backend, with the product taking shape via designed UI pages. Thank you — happy to take questions, especially on the pipeline or the security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206240" cy="4206240"/>
          </a:xfrm>
          <a:prstGeom prst="ellipse">
            <a:avLst/>
          </a:prstGeom>
          <a:solidFill>
            <a:srgbClr val="16224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9C9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Contract-Risk Analyzer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13232" y="3429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LangGraph agent that reads a contract, finds the risky clauses, scores them, and drafts safer rewrites — running fully local.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470916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709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52928" y="47091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24345E"/>
          </a:solidFill>
          <a:ln/>
        </p:spPr>
      </p:sp>
      <p:sp>
        <p:nvSpPr>
          <p:cNvPr id="12" name="Text 10"/>
          <p:cNvSpPr/>
          <p:nvPr/>
        </p:nvSpPr>
        <p:spPr>
          <a:xfrm>
            <a:off x="2852928" y="47091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·  COMPLETE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66944" y="470916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4345E"/>
          </a:solidFill>
          <a:ln/>
        </p:spPr>
      </p:sp>
      <p:sp>
        <p:nvSpPr>
          <p:cNvPr id="14" name="Text 12"/>
          <p:cNvSpPr/>
          <p:nvPr/>
        </p:nvSpPr>
        <p:spPr>
          <a:xfrm>
            <a:off x="5266944" y="4709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·  IN PROGRESS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5715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Joshi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Backend Implementation &amp; Agent Pipeline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61081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Yash Joshi (Backend)  ·  Bansi (Frontend)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review is slow, costly, and easy to get wrong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5528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 face risk from unreviewed or poorly-reviewed contract clauses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lawyer needs per contract for a careful manual clause-by-clause review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0184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clause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48472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missed indemnity or liability clause can cost a company dearly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does not scale — every contract is read line by line.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clauses (indemnity, liability, termination, auto-renewal) are easy to miss.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and startups often have no legal reviewer at all.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contracts to third-party AI tools leaks confidential business data.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ContractSentinel sets out to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67128"/>
            <a:ext cx="621792" cy="62179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clause-level risk analysis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4048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raw PDF/DOCX contract and automatically find, classify and score every risky clause.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167128"/>
            <a:ext cx="621792" cy="62179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167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findings in evidence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0" y="24048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supporting legal knowledge for each clause so verdicts are explainable, not guesses.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538728"/>
            <a:ext cx="621792" cy="62179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538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safer rewrites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45920" y="37764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redline / improved wording for high-risk clauses and compile a professional report.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538728"/>
            <a:ext cx="621792" cy="62179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538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private &amp; local-first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15200" y="37764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LLM locally (Ollama) so confidential contracts never leave the machine.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910328"/>
            <a:ext cx="621792" cy="62179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9103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592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 like a real SaaS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645920" y="51480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per-user data isolation, dashboard and delivery to the user's own Drive + email.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61772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3952" y="4910328"/>
            <a:ext cx="621792" cy="62179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49103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engineered, not hacked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315200" y="51480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development, fixed architecture, and a large automated test suite.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 contract → get a scored risk report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40280"/>
            <a:ext cx="548640" cy="54864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PDF / DOCX contract through the web app.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27248" y="25146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85032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971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7-node AI pipeline splits, retrieves, validates and scores every clause.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07608" y="25146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65392" y="224028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2971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clauses get a suggested safer rewrite with rationale.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87968" y="25146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9189720" y="201168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45752" y="2240280"/>
            <a:ext cx="548640" cy="548640"/>
          </a:xfrm>
          <a:prstGeom prst="ellipse">
            <a:avLst/>
          </a:prstGeom>
          <a:solidFill>
            <a:srgbClr val="2EA36F"/>
          </a:solidFill>
          <a:ln/>
        </p:spPr>
      </p:sp>
      <p:sp>
        <p:nvSpPr>
          <p:cNvPr id="24" name="Text 22"/>
          <p:cNvSpPr/>
          <p:nvPr/>
        </p:nvSpPr>
        <p:spPr>
          <a:xfrm>
            <a:off x="944575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0412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8320" y="2971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PDF report is saved to Google Drive and emailed to the user.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clause is scored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7240" y="50749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074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exposure — needs a rewrite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34840" y="50749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5074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5216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review / negotiation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92440" y="50749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EA36F"/>
          </a:solidFill>
          <a:ln/>
        </p:spPr>
      </p:sp>
      <p:sp>
        <p:nvSpPr>
          <p:cNvPr id="36" name="Text 34"/>
          <p:cNvSpPr/>
          <p:nvPr/>
        </p:nvSpPr>
        <p:spPr>
          <a:xfrm>
            <a:off x="8092440" y="5074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0976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Acceptable, standard wording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fixed 7-node LangGraph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state machine · 7 nodes · exactly 2 conditional edges · durable SQLite checkpointing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7860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58568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2240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715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PDF/DOCX (+OCR); decrypt file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057400"/>
            <a:ext cx="257860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8728" y="2258568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87368" y="2240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ClauseSplitter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38728" y="2715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pre-pass + LLM clause boundaries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057400"/>
            <a:ext cx="257860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2258568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76288" y="2240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Retrieval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2715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+ FAISS; web fallback if low conf.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15400" y="2057400"/>
            <a:ext cx="257860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16568" y="2258568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22" name="Text 20"/>
          <p:cNvSpPr/>
          <p:nvPr/>
        </p:nvSpPr>
        <p:spPr>
          <a:xfrm>
            <a:off x="911656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65208" y="2240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Validate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16568" y="2715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/ support checks; recall floor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474720"/>
            <a:ext cx="257860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3675888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8448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+ rationale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474720"/>
            <a:ext cx="257860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38728" y="367588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2" name="Text 30"/>
          <p:cNvSpPr/>
          <p:nvPr/>
        </p:nvSpPr>
        <p:spPr>
          <a:xfrm>
            <a:off x="3538728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87368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38728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safer rewrite (or skip)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474720"/>
            <a:ext cx="257860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27648" y="36758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76288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ReportAgent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27648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report + evidence trail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15400" y="3474720"/>
            <a:ext cx="2578608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098280" y="3621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conditional edges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9828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CRAG: low confidence → live web search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route_on_risk → Redline or Skip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77240" y="50749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kept strictly separate:  </a:t>
            </a:r>
            <a:pPr indent="0" marL="0">
              <a:buNone/>
            </a:pPr>
            <a:r>
              <a:rPr lang="en-US" sz="1300" b="1" dirty="0">
                <a:solidFill>
                  <a:srgbClr val="0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(generative, via Ollama)   +   </a:t>
            </a:r>
            <a:pPr indent="0" marL="0">
              <a:buNone/>
            </a:pPr>
            <a:r>
              <a:rPr lang="en-US" sz="1300" b="1" dirty="0">
                <a:solidFill>
                  <a:srgbClr val="0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(embeddings).   Runs 100% locally — no contract data leaves the box.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dependency serves a node or a layer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langgraph-checkpoint-sqlite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9202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2176272"/>
            <a:ext cx="292608" cy="29260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Embeddings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runtime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(generative)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(embeddings)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9202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2176272"/>
            <a:ext cx="292608" cy="29260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759952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21624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web fallback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142232"/>
            <a:ext cx="292608" cy="292608"/>
          </a:xfrm>
          <a:prstGeom prst="ellipse">
            <a:avLst/>
          </a:prstGeom>
          <a:solidFill>
            <a:srgbClr val="7A5AF8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Parsing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572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(PDF)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5112" y="3886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81144" y="4142232"/>
            <a:ext cx="292608" cy="292608"/>
          </a:xfrm>
          <a:prstGeom prst="ellipse">
            <a:avLst/>
          </a:prstGeom>
          <a:solidFill>
            <a:srgbClr val="2EA36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45152" y="4572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Alembic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1584" y="38862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4142232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8759952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Delivery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21624" y="4572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(Fernet)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→ Drive + Gmail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pPr algn="ctr"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TypeScript + Tailwind CSS + Recharts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— WHERE I AM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backend is complete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7-node pipeline, the API, persistence, security and delivery layers are implemented and tested.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15224A"/>
          </a:solidFill>
          <a:ln w="12700">
            <a:solidFill>
              <a:srgbClr val="2738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nodes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292608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15224A"/>
          </a:solidFill>
          <a:ln w="12700">
            <a:solidFill>
              <a:srgbClr val="2738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108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930+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6616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92608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15224A"/>
          </a:solidFill>
          <a:ln w="12700">
            <a:solidFill>
              <a:srgbClr val="2738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108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0936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0" y="292608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15224A"/>
          </a:solidFill>
          <a:ln w="12700">
            <a:solidFill>
              <a:srgbClr val="2738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3108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05256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SSE endpoints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spec-first: every feature went spec → plan → tasks → implementation, gated by an automated reviewer before merge.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node actually does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73936"/>
            <a:ext cx="438912" cy="43891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69164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691640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PDF/DOCX, OCR fallback for scans; decrypts the at-rest-encrypted upload to a temp file before parsing.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2432304"/>
            <a:ext cx="438912" cy="43891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32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35000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ClauseSplitterAgent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2350008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pre-pass then LLM refines clause boundaries and clause types; size-gated for large documents.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08376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090672"/>
            <a:ext cx="438912" cy="43891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300837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Retrieval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03320" y="300837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each clause (BGE-M3), searches a local FAISS legal KB; confidence &lt; 0.73 triggers a live web fallback.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3749040"/>
            <a:ext cx="438912" cy="43891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749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3666744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3666744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relevance &amp; support, discards weak flags, but a recall floor keeps genuinely risky clause types.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25112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4407408"/>
            <a:ext cx="438912" cy="438912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407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432511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03320" y="4325112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Low / Medium / High to each validated clause with a written rationale.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3232" y="5065776"/>
            <a:ext cx="438912" cy="43891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5065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98448" y="498348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Redline / Skip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03320" y="4983480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route_on_risk conditionally drafts a safer rewrite for risky clauses, or skips low-risk ones.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641848"/>
            <a:ext cx="11091672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13232" y="572414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5724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98448" y="564184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ReportAgent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03320" y="5641848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the final report with the full evidence trail; rendered to branded PDF.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pipeline: a real backend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app; POST /analyze starts a job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/jobs, /jobs/{id}, /dashboard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/jobs/{id}/events — live SSE progress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/jobs/{id}/report — final report JSON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87452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87452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8745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260604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job store + LangGraph checkpointer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 (head 0008)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Durable: resumes a job after a crash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isolation (multi-tenant)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87452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874520"/>
            <a:ext cx="3520440" cy="566928"/>
          </a:xfrm>
          <a:prstGeom prst="roundRect">
            <a:avLst>
              <a:gd name="adj" fmla="val 14516"/>
            </a:avLst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330184" y="18745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260604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 auth in httpOnly cookie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Fernet encryption at rest (tokens + files)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defense on LLM calls</a:t>
            </a:r>
            <a:endParaRPr lang="en-US" sz="12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+ lockout, security headers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406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layer:  </a:t>
            </a:r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push the branded PDF report to the user's own Google Drive and email it via Gmail.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IN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pages designed so far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TypeScript. Screens are designed and prototyped; wiring the full end-to-end flow to the live backend is ongoing.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A36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home + hero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210312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377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A36F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3792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93792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forgot-password, reset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210312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23774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A36F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70264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70264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contract upload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611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A36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538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886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progress 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25112" y="333756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3611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3792" y="3538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93792" y="3886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workspace + findings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01584" y="333756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3611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70264" y="3538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70264" y="3886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risk gauge, activity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7240" y="4846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17320" y="4773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417320" y="5120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report history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25112" y="457200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53712" y="4846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4ECFA"/>
          </a:solidFill>
          <a:ln/>
        </p:spPr>
      </p:sp>
      <p:sp>
        <p:nvSpPr>
          <p:cNvPr id="42" name="Text 40"/>
          <p:cNvSpPr/>
          <p:nvPr/>
        </p:nvSpPr>
        <p:spPr>
          <a:xfrm>
            <a:off x="4553712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93792" y="4773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93792" y="5120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security tabs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01584" y="457200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30184" y="4846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4ECFA"/>
          </a:solidFill>
          <a:ln/>
        </p:spPr>
      </p:sp>
      <p:sp>
        <p:nvSpPr>
          <p:cNvPr id="47" name="Text 45"/>
          <p:cNvSpPr/>
          <p:nvPr/>
        </p:nvSpPr>
        <p:spPr>
          <a:xfrm>
            <a:off x="8330184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70264" y="4773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970264" y="5120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+ Gmail connections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vs. in progress vs. planned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completion by area (%)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675120" y="1874520"/>
            <a:ext cx="496519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03720" y="2130552"/>
            <a:ext cx="274320" cy="274320"/>
          </a:xfrm>
          <a:prstGeom prst="ellipse">
            <a:avLst/>
          </a:prstGeom>
          <a:solidFill>
            <a:srgbClr val="2EA36F"/>
          </a:solidFill>
          <a:ln/>
        </p:spPr>
      </p:sp>
      <p:sp>
        <p:nvSpPr>
          <p:cNvPr id="8" name="Text 5"/>
          <p:cNvSpPr/>
          <p:nvPr/>
        </p:nvSpPr>
        <p:spPr>
          <a:xfrm>
            <a:off x="7269480" y="2039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31152" y="24414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7-node pipeline · API + SSE · SQLite persistence · auth · encryption · MCP delivery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75120" y="3246120"/>
            <a:ext cx="496519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03720" y="3502152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2" name="Text 9"/>
          <p:cNvSpPr/>
          <p:nvPr/>
        </p:nvSpPr>
        <p:spPr>
          <a:xfrm>
            <a:off x="7269480" y="3410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31152" y="38130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pages · connecting the full upload→report flow to the live backend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75120" y="4617720"/>
            <a:ext cx="496519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03720" y="4873752"/>
            <a:ext cx="274320" cy="274320"/>
          </a:xfrm>
          <a:prstGeom prst="ellipse">
            <a:avLst/>
          </a:prstGeom>
          <a:solidFill>
            <a:srgbClr val="5A6B85"/>
          </a:solidFill>
          <a:ln/>
        </p:spPr>
      </p:sp>
      <p:sp>
        <p:nvSpPr>
          <p:cNvPr id="16" name="Text 13"/>
          <p:cNvSpPr/>
          <p:nvPr/>
        </p:nvSpPr>
        <p:spPr>
          <a:xfrm>
            <a:off x="7269480" y="4782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31152" y="51846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polish · TLS · deployment · evaluation on a bigger corpus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hard — and what I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130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 LLM locally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6GB GPU can't hold big models. Solved by using Qwen3:8b with a GPU/CPU split and pre-warming; disabling 'thinking' mode cut a run from ~7 min to ~90 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130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noise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sometimes dropped genuinely risky clauses. Built an offline evaluation harness and a Self-RAG recall floor to push recall from 64% → 100%.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422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142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data private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confidential, so everything runs locally and files are encrypted at rest with Fernet; nothing is sent to a cloud LLM.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1422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4142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spec-driven workflow with an automated review gate on every artifact kept a large 7-node system coherent and fully tested.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a complete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044952"/>
            <a:ext cx="100584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783080" y="2880360"/>
            <a:ext cx="365760" cy="365760"/>
          </a:xfrm>
          <a:prstGeom prst="ellipse">
            <a:avLst/>
          </a:prstGeom>
          <a:solidFill>
            <a:srgbClr val="2EA3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88366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2EA3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83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4128" y="22494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complete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24128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7-node pipeline, API, persistence, security &amp; delivery — all tested.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880360"/>
            <a:ext cx="365760" cy="365760"/>
          </a:xfrm>
          <a:prstGeom prst="ellipse">
            <a:avLst/>
          </a:prstGeom>
          <a:solidFill>
            <a:srgbClr val="F2A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356616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94760" y="371246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37124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3048" y="4078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UI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13048" y="4389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all designed pages to the live backend for a full upload → report flow.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2880360"/>
            <a:ext cx="365760" cy="365760"/>
          </a:xfrm>
          <a:prstGeom prst="ellipse">
            <a:avLst/>
          </a:prstGeom>
          <a:solidFill>
            <a:srgbClr val="0E9C9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73736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88366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883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01968" y="22494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E2E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01968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the end-to-end demo; TLS, deployment, publish the OAuth app.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49840" y="288036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356616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9BF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72600" y="371246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37124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90888" y="4078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scale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90888" y="4389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legal KB, evaluate accuracy on a larger corpus, tune latency.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ContractSentinel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6419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035040" cy="6035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4023360" cy="4023360"/>
          </a:xfrm>
          <a:prstGeom prst="ellipse">
            <a:avLst/>
          </a:prstGeom>
          <a:solidFill>
            <a:srgbClr val="16224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AI backend,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product taking shape.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7-node LangGraph pipeline is built, tested (930+ tests) and runs locally.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backend platform: API + SSE, durable persistence, multi-tenant security, MCP delivery.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UI pages are designed; next is connecting them into a complete end-to-end flow.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3232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Joshi  ·  Backend Implementation  ·  ContractSentinel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2026-08-07T07:54:59Z</dcterms:created>
  <dcterms:modified xsi:type="dcterms:W3CDTF">2026-08-07T07:54:59Z</dcterms:modified>
</cp:coreProperties>
</file>